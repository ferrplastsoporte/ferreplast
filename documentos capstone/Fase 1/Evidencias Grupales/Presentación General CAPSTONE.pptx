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7"/>
  </p:notesMasterIdLst>
  <p:sldIdLst>
    <p:sldId id="261" r:id="rId5"/>
    <p:sldId id="351" r:id="rId6"/>
    <p:sldId id="352" r:id="rId7"/>
    <p:sldId id="343" r:id="rId8"/>
    <p:sldId id="344" r:id="rId9"/>
    <p:sldId id="342" r:id="rId10"/>
    <p:sldId id="349" r:id="rId11"/>
    <p:sldId id="350" r:id="rId12"/>
    <p:sldId id="347" r:id="rId13"/>
    <p:sldId id="345" r:id="rId14"/>
    <p:sldId id="346" r:id="rId15"/>
    <p:sldId id="353" r:id="rId16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7CE1"/>
    <a:srgbClr val="C2D501"/>
    <a:srgbClr val="DB0532"/>
    <a:srgbClr val="B14EC4"/>
    <a:srgbClr val="FF595A"/>
    <a:srgbClr val="D39F17"/>
    <a:srgbClr val="58C0E9"/>
    <a:srgbClr val="DC0031"/>
    <a:srgbClr val="EF7821"/>
    <a:srgbClr val="C4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A3F1AB-87DF-40BD-A874-9338C74A491C}" v="118" dt="2024-01-15T01:35:37.99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90"/>
    <p:restoredTop sz="94558"/>
  </p:normalViewPr>
  <p:slideViewPr>
    <p:cSldViewPr>
      <p:cViewPr varScale="1">
        <p:scale>
          <a:sx n="35" d="100"/>
          <a:sy n="35" d="100"/>
        </p:scale>
        <p:origin x="788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bel Nuñez" userId="ac8a58aecdf78c99" providerId="LiveId" clId="{67A3F1AB-87DF-40BD-A874-9338C74A491C}"/>
    <pc:docChg chg="undo redo custSel addSld delSld modSld">
      <pc:chgData name="Isabel Nuñez" userId="ac8a58aecdf78c99" providerId="LiveId" clId="{67A3F1AB-87DF-40BD-A874-9338C74A491C}" dt="2024-01-15T01:38:50.422" v="631" actId="20577"/>
      <pc:docMkLst>
        <pc:docMk/>
      </pc:docMkLst>
      <pc:sldChg chg="modSp mod">
        <pc:chgData name="Isabel Nuñez" userId="ac8a58aecdf78c99" providerId="LiveId" clId="{67A3F1AB-87DF-40BD-A874-9338C74A491C}" dt="2024-01-12T17:39:49.440" v="60" actId="20577"/>
        <pc:sldMkLst>
          <pc:docMk/>
          <pc:sldMk cId="3642932644" sldId="261"/>
        </pc:sldMkLst>
        <pc:spChg chg="mod">
          <ac:chgData name="Isabel Nuñez" userId="ac8a58aecdf78c99" providerId="LiveId" clId="{67A3F1AB-87DF-40BD-A874-9338C74A491C}" dt="2024-01-12T17:39:49.440" v="60" actId="20577"/>
          <ac:spMkLst>
            <pc:docMk/>
            <pc:sldMk cId="3642932644" sldId="261"/>
            <ac:spMk id="2" creationId="{9570841C-0ACF-DE6F-43AC-3E3396A2923B}"/>
          </ac:spMkLst>
        </pc:spChg>
      </pc:sldChg>
      <pc:sldChg chg="del">
        <pc:chgData name="Isabel Nuñez" userId="ac8a58aecdf78c99" providerId="LiveId" clId="{67A3F1AB-87DF-40BD-A874-9338C74A491C}" dt="2024-01-12T17:54:14.968" v="281" actId="47"/>
        <pc:sldMkLst>
          <pc:docMk/>
          <pc:sldMk cId="2257653637" sldId="270"/>
        </pc:sldMkLst>
      </pc:sldChg>
      <pc:sldChg chg="del">
        <pc:chgData name="Isabel Nuñez" userId="ac8a58aecdf78c99" providerId="LiveId" clId="{67A3F1AB-87DF-40BD-A874-9338C74A491C}" dt="2024-01-12T18:10:07.301" v="520" actId="47"/>
        <pc:sldMkLst>
          <pc:docMk/>
          <pc:sldMk cId="3735245215" sldId="327"/>
        </pc:sldMkLst>
      </pc:sldChg>
      <pc:sldChg chg="del">
        <pc:chgData name="Isabel Nuñez" userId="ac8a58aecdf78c99" providerId="LiveId" clId="{67A3F1AB-87DF-40BD-A874-9338C74A491C}" dt="2024-01-12T18:10:10.463" v="522" actId="47"/>
        <pc:sldMkLst>
          <pc:docMk/>
          <pc:sldMk cId="1520246413" sldId="332"/>
        </pc:sldMkLst>
      </pc:sldChg>
      <pc:sldChg chg="del">
        <pc:chgData name="Isabel Nuñez" userId="ac8a58aecdf78c99" providerId="LiveId" clId="{67A3F1AB-87DF-40BD-A874-9338C74A491C}" dt="2024-01-12T18:10:13.016" v="524" actId="47"/>
        <pc:sldMkLst>
          <pc:docMk/>
          <pc:sldMk cId="979712662" sldId="334"/>
        </pc:sldMkLst>
      </pc:sldChg>
      <pc:sldChg chg="modSp mod">
        <pc:chgData name="Isabel Nuñez" userId="ac8a58aecdf78c99" providerId="LiveId" clId="{67A3F1AB-87DF-40BD-A874-9338C74A491C}" dt="2024-01-12T17:42:17.468" v="167" actId="1076"/>
        <pc:sldMkLst>
          <pc:docMk/>
          <pc:sldMk cId="3979444189" sldId="337"/>
        </pc:sldMkLst>
        <pc:spChg chg="mod">
          <ac:chgData name="Isabel Nuñez" userId="ac8a58aecdf78c99" providerId="LiveId" clId="{67A3F1AB-87DF-40BD-A874-9338C74A491C}" dt="2024-01-12T17:42:17.468" v="167" actId="1076"/>
          <ac:spMkLst>
            <pc:docMk/>
            <pc:sldMk cId="3979444189" sldId="337"/>
            <ac:spMk id="5" creationId="{362EBFE2-6CDE-6A46-DD2D-F007B2FA5062}"/>
          </ac:spMkLst>
        </pc:spChg>
        <pc:spChg chg="mod">
          <ac:chgData name="Isabel Nuñez" userId="ac8a58aecdf78c99" providerId="LiveId" clId="{67A3F1AB-87DF-40BD-A874-9338C74A491C}" dt="2024-01-12T17:42:13.122" v="166" actId="1076"/>
          <ac:spMkLst>
            <pc:docMk/>
            <pc:sldMk cId="3979444189" sldId="337"/>
            <ac:spMk id="6" creationId="{4714A455-0E18-E1B9-0B18-46C49D744D2F}"/>
          </ac:spMkLst>
        </pc:spChg>
        <pc:spChg chg="mod">
          <ac:chgData name="Isabel Nuñez" userId="ac8a58aecdf78c99" providerId="LiveId" clId="{67A3F1AB-87DF-40BD-A874-9338C74A491C}" dt="2024-01-12T17:40:59.935" v="141" actId="1076"/>
          <ac:spMkLst>
            <pc:docMk/>
            <pc:sldMk cId="3979444189" sldId="337"/>
            <ac:spMk id="13" creationId="{EE8DCEDB-0701-9E4F-B841-31F2AEF95FCF}"/>
          </ac:spMkLst>
        </pc:spChg>
      </pc:sldChg>
      <pc:sldChg chg="del">
        <pc:chgData name="Isabel Nuñez" userId="ac8a58aecdf78c99" providerId="LiveId" clId="{67A3F1AB-87DF-40BD-A874-9338C74A491C}" dt="2024-01-12T17:53:57.285" v="276" actId="47"/>
        <pc:sldMkLst>
          <pc:docMk/>
          <pc:sldMk cId="214962392" sldId="339"/>
        </pc:sldMkLst>
      </pc:sldChg>
      <pc:sldChg chg="addSp delSp modSp mod">
        <pc:chgData name="Isabel Nuñez" userId="ac8a58aecdf78c99" providerId="LiveId" clId="{67A3F1AB-87DF-40BD-A874-9338C74A491C}" dt="2024-01-15T01:38:45.687" v="629" actId="20577"/>
        <pc:sldMkLst>
          <pc:docMk/>
          <pc:sldMk cId="717399983" sldId="340"/>
        </pc:sldMkLst>
        <pc:spChg chg="mod">
          <ac:chgData name="Isabel Nuñez" userId="ac8a58aecdf78c99" providerId="LiveId" clId="{67A3F1AB-87DF-40BD-A874-9338C74A491C}" dt="2024-01-15T01:38:45.687" v="629" actId="20577"/>
          <ac:spMkLst>
            <pc:docMk/>
            <pc:sldMk cId="717399983" sldId="340"/>
            <ac:spMk id="2" creationId="{D5B4D40B-2281-FF4E-A378-6A0062B17D86}"/>
          </ac:spMkLst>
        </pc:spChg>
        <pc:spChg chg="add del">
          <ac:chgData name="Isabel Nuñez" userId="ac8a58aecdf78c99" providerId="LiveId" clId="{67A3F1AB-87DF-40BD-A874-9338C74A491C}" dt="2024-01-12T17:59:31.770" v="374" actId="22"/>
          <ac:spMkLst>
            <pc:docMk/>
            <pc:sldMk cId="717399983" sldId="340"/>
            <ac:spMk id="5" creationId="{66D64FA3-E319-C984-8DCA-9BC9623F675D}"/>
          </ac:spMkLst>
        </pc:spChg>
        <pc:graphicFrameChg chg="add mod modGraphic">
          <ac:chgData name="Isabel Nuñez" userId="ac8a58aecdf78c99" providerId="LiveId" clId="{67A3F1AB-87DF-40BD-A874-9338C74A491C}" dt="2024-01-15T01:32:19.956" v="534" actId="2161"/>
          <ac:graphicFrameMkLst>
            <pc:docMk/>
            <pc:sldMk cId="717399983" sldId="340"/>
            <ac:graphicFrameMk id="3" creationId="{B02E683D-1A2D-2A7D-88E1-744039FBF1B9}"/>
          </ac:graphicFrameMkLst>
        </pc:graphicFrameChg>
      </pc:sldChg>
      <pc:sldChg chg="del">
        <pc:chgData name="Isabel Nuñez" userId="ac8a58aecdf78c99" providerId="LiveId" clId="{67A3F1AB-87DF-40BD-A874-9338C74A491C}" dt="2024-01-12T18:10:08.450" v="521" actId="47"/>
        <pc:sldMkLst>
          <pc:docMk/>
          <pc:sldMk cId="1067811435" sldId="341"/>
        </pc:sldMkLst>
      </pc:sldChg>
      <pc:sldChg chg="del">
        <pc:chgData name="Isabel Nuñez" userId="ac8a58aecdf78c99" providerId="LiveId" clId="{67A3F1AB-87DF-40BD-A874-9338C74A491C}" dt="2024-01-12T18:10:12.151" v="523" actId="47"/>
        <pc:sldMkLst>
          <pc:docMk/>
          <pc:sldMk cId="3056958803" sldId="342"/>
        </pc:sldMkLst>
      </pc:sldChg>
      <pc:sldChg chg="del">
        <pc:chgData name="Isabel Nuñez" userId="ac8a58aecdf78c99" providerId="LiveId" clId="{67A3F1AB-87DF-40BD-A874-9338C74A491C}" dt="2024-01-12T18:10:13.669" v="525" actId="47"/>
        <pc:sldMkLst>
          <pc:docMk/>
          <pc:sldMk cId="2209943334" sldId="343"/>
        </pc:sldMkLst>
      </pc:sldChg>
      <pc:sldChg chg="del">
        <pc:chgData name="Isabel Nuñez" userId="ac8a58aecdf78c99" providerId="LiveId" clId="{67A3F1AB-87DF-40BD-A874-9338C74A491C}" dt="2024-01-12T17:54:08.280" v="279" actId="47"/>
        <pc:sldMkLst>
          <pc:docMk/>
          <pc:sldMk cId="3117571071" sldId="344"/>
        </pc:sldMkLst>
      </pc:sldChg>
      <pc:sldChg chg="del">
        <pc:chgData name="Isabel Nuñez" userId="ac8a58aecdf78c99" providerId="LiveId" clId="{67A3F1AB-87DF-40BD-A874-9338C74A491C}" dt="2024-01-12T18:10:15.502" v="526" actId="47"/>
        <pc:sldMkLst>
          <pc:docMk/>
          <pc:sldMk cId="1757146808" sldId="345"/>
        </pc:sldMkLst>
      </pc:sldChg>
      <pc:sldChg chg="delSp del mod">
        <pc:chgData name="Isabel Nuñez" userId="ac8a58aecdf78c99" providerId="LiveId" clId="{67A3F1AB-87DF-40BD-A874-9338C74A491C}" dt="2024-01-12T17:54:14.228" v="280" actId="47"/>
        <pc:sldMkLst>
          <pc:docMk/>
          <pc:sldMk cId="2359986957" sldId="346"/>
        </pc:sldMkLst>
        <pc:spChg chg="del">
          <ac:chgData name="Isabel Nuñez" userId="ac8a58aecdf78c99" providerId="LiveId" clId="{67A3F1AB-87DF-40BD-A874-9338C74A491C}" dt="2024-01-12T17:54:05.313" v="278" actId="478"/>
          <ac:spMkLst>
            <pc:docMk/>
            <pc:sldMk cId="2359986957" sldId="346"/>
            <ac:spMk id="2" creationId="{834B692F-E557-AE62-F070-AD38ADF411C7}"/>
          </ac:spMkLst>
        </pc:spChg>
      </pc:sldChg>
      <pc:sldChg chg="addSp delSp modSp mod">
        <pc:chgData name="Isabel Nuñez" userId="ac8a58aecdf78c99" providerId="LiveId" clId="{67A3F1AB-87DF-40BD-A874-9338C74A491C}" dt="2024-01-12T18:18:28.234" v="532"/>
        <pc:sldMkLst>
          <pc:docMk/>
          <pc:sldMk cId="3115280043" sldId="347"/>
        </pc:sldMkLst>
        <pc:spChg chg="mod">
          <ac:chgData name="Isabel Nuñez" userId="ac8a58aecdf78c99" providerId="LiveId" clId="{67A3F1AB-87DF-40BD-A874-9338C74A491C}" dt="2024-01-12T17:49:02.005" v="171" actId="20577"/>
          <ac:spMkLst>
            <pc:docMk/>
            <pc:sldMk cId="3115280043" sldId="347"/>
            <ac:spMk id="2" creationId="{1F11FCC6-3B49-9D46-8B62-80E94C906F0A}"/>
          </ac:spMkLst>
        </pc:spChg>
        <pc:graphicFrameChg chg="add mod modGraphic">
          <ac:chgData name="Isabel Nuñez" userId="ac8a58aecdf78c99" providerId="LiveId" clId="{67A3F1AB-87DF-40BD-A874-9338C74A491C}" dt="2024-01-12T18:18:28.234" v="532"/>
          <ac:graphicFrameMkLst>
            <pc:docMk/>
            <pc:sldMk cId="3115280043" sldId="347"/>
            <ac:graphicFrameMk id="3" creationId="{3421C9F9-E8D4-3D12-83B1-DE7AD711F443}"/>
          </ac:graphicFrameMkLst>
        </pc:graphicFrameChg>
        <pc:graphicFrameChg chg="del mod">
          <ac:chgData name="Isabel Nuñez" userId="ac8a58aecdf78c99" providerId="LiveId" clId="{67A3F1AB-87DF-40BD-A874-9338C74A491C}" dt="2024-01-12T17:49:14.212" v="173" actId="478"/>
          <ac:graphicFrameMkLst>
            <pc:docMk/>
            <pc:sldMk cId="3115280043" sldId="347"/>
            <ac:graphicFrameMk id="6" creationId="{9EBACE21-5BE1-BE8C-D231-C78DAA01B1A6}"/>
          </ac:graphicFrameMkLst>
        </pc:graphicFrameChg>
      </pc:sldChg>
      <pc:sldChg chg="del">
        <pc:chgData name="Isabel Nuñez" userId="ac8a58aecdf78c99" providerId="LiveId" clId="{67A3F1AB-87DF-40BD-A874-9338C74A491C}" dt="2024-01-12T17:53:58.080" v="277" actId="47"/>
        <pc:sldMkLst>
          <pc:docMk/>
          <pc:sldMk cId="19825699" sldId="348"/>
        </pc:sldMkLst>
      </pc:sldChg>
      <pc:sldChg chg="modSp add mod">
        <pc:chgData name="Isabel Nuñez" userId="ac8a58aecdf78c99" providerId="LiveId" clId="{67A3F1AB-87DF-40BD-A874-9338C74A491C}" dt="2024-01-15T01:38:50.422" v="631" actId="20577"/>
        <pc:sldMkLst>
          <pc:docMk/>
          <pc:sldMk cId="3573072852" sldId="348"/>
        </pc:sldMkLst>
        <pc:spChg chg="mod">
          <ac:chgData name="Isabel Nuñez" userId="ac8a58aecdf78c99" providerId="LiveId" clId="{67A3F1AB-87DF-40BD-A874-9338C74A491C}" dt="2024-01-15T01:38:50.422" v="631" actId="20577"/>
          <ac:spMkLst>
            <pc:docMk/>
            <pc:sldMk cId="3573072852" sldId="348"/>
            <ac:spMk id="2" creationId="{D5B4D40B-2281-FF4E-A378-6A0062B17D86}"/>
          </ac:spMkLst>
        </pc:spChg>
        <pc:graphicFrameChg chg="mod modGraphic">
          <ac:chgData name="Isabel Nuñez" userId="ac8a58aecdf78c99" providerId="LiveId" clId="{67A3F1AB-87DF-40BD-A874-9338C74A491C}" dt="2024-01-15T01:36:57.604" v="575" actId="404"/>
          <ac:graphicFrameMkLst>
            <pc:docMk/>
            <pc:sldMk cId="3573072852" sldId="348"/>
            <ac:graphicFrameMk id="3" creationId="{B02E683D-1A2D-2A7D-88E1-744039FBF1B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35674-3C19-9844-8370-EE59E1CD260A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2C890-E6DE-1A45-98C6-E722FA6368D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139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9F4E23B3-D17D-BBDA-CF94-0F577C2DCC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38209" y="8700548"/>
            <a:ext cx="6781800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838209" y="9612314"/>
            <a:ext cx="87126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60E109FA-AB96-844B-8998-73B547E74E45}"/>
              </a:ext>
            </a:extLst>
          </p:cNvPr>
          <p:cNvSpPr/>
          <p:nvPr userDrawn="1"/>
        </p:nvSpPr>
        <p:spPr>
          <a:xfrm>
            <a:off x="2838209" y="9464675"/>
            <a:ext cx="8841105" cy="0"/>
          </a:xfrm>
          <a:custGeom>
            <a:avLst/>
            <a:gdLst/>
            <a:ahLst/>
            <a:cxnLst/>
            <a:rect l="l" t="t" r="r" b="b"/>
            <a:pathLst>
              <a:path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71AAB55C-247D-ECE0-5655-F1E1F2AF1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340"/>
            <a:ext cx="20110047" cy="1130601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2F0E50CD-FEFD-B21C-4BE3-4F2AA373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1786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7461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21D21F6-64EA-9F7E-F1FC-89374B3096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994F59E7-28C4-825A-1194-67522AF9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650" y="74834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7451F99-8CB8-50AA-1CC0-54512CBB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2C83ACDF-F359-C1DD-3AF9-368B761A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050" y="70262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4336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F738965-FD99-AFAE-3CAA-5CEAF9995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4AB59064-93F0-56FE-006F-C58F84A8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0" y="69500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3973E67C-611D-F88A-80C1-185A9B8D4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E466965-0C09-5FCB-13FD-111D1D2AD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9" name="Rectángulo 28">
            <a:extLst>
              <a:ext uri="{FF2B5EF4-FFF2-40B4-BE49-F238E27FC236}">
                <a16:creationId xmlns:a16="http://schemas.microsoft.com/office/drawing/2014/main" id="{98C6A4D7-FDE0-20C5-1EB3-30217CE5E1DC}"/>
              </a:ext>
            </a:extLst>
          </p:cNvPr>
          <p:cNvSpPr/>
          <p:nvPr userDrawn="1"/>
        </p:nvSpPr>
        <p:spPr>
          <a:xfrm>
            <a:off x="4413250" y="42068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EE9CC866-5882-3C12-E5D7-404765C1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028" y="45340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38586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FADFFD87-E732-F006-B065-62B946429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FB62982-E03B-E5B0-2921-4742F850F5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FA473640-6785-830B-E009-5E08A060B6B1}"/>
              </a:ext>
            </a:extLst>
          </p:cNvPr>
          <p:cNvSpPr/>
          <p:nvPr userDrawn="1"/>
        </p:nvSpPr>
        <p:spPr>
          <a:xfrm>
            <a:off x="7232650" y="7880350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B55FBF2B-6203-81C7-B7DD-070ABE20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1428" y="8207476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1109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38F75-3EE0-1345-84D2-95B57EB1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14BF04F1-8F4E-3E46-A3B2-80F47EADF391}"/>
              </a:ext>
            </a:extLst>
          </p:cNvPr>
          <p:cNvSpPr/>
          <p:nvPr userDrawn="1"/>
        </p:nvSpPr>
        <p:spPr>
          <a:xfrm>
            <a:off x="-6350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7932DF43-D838-5B47-A92B-B88C568B4A19}"/>
              </a:ext>
            </a:extLst>
          </p:cNvPr>
          <p:cNvSpPr/>
          <p:nvPr userDrawn="1"/>
        </p:nvSpPr>
        <p:spPr>
          <a:xfrm>
            <a:off x="16938421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69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69" h="511175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69" h="511175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69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DEB8F4A-6C01-284B-B123-A27D152597CD}"/>
              </a:ext>
            </a:extLst>
          </p:cNvPr>
          <p:cNvSpPr/>
          <p:nvPr userDrawn="1"/>
        </p:nvSpPr>
        <p:spPr>
          <a:xfrm>
            <a:off x="18623540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59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5">
            <a:extLst>
              <a:ext uri="{FF2B5EF4-FFF2-40B4-BE49-F238E27FC236}">
                <a16:creationId xmlns:a16="http://schemas.microsoft.com/office/drawing/2014/main" id="{50440F77-9AF6-2142-A93F-4B5F6DDBD871}"/>
              </a:ext>
            </a:extLst>
          </p:cNvPr>
          <p:cNvGrpSpPr/>
          <p:nvPr userDrawn="1"/>
        </p:nvGrpSpPr>
        <p:grpSpPr>
          <a:xfrm>
            <a:off x="19053919" y="10117702"/>
            <a:ext cx="427355" cy="597535"/>
            <a:chOff x="19053919" y="10117702"/>
            <a:chExt cx="427355" cy="597535"/>
          </a:xfrm>
        </p:grpSpPr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B5FF8718-DC05-C046-A01E-6155D9ABE0D5}"/>
                </a:ext>
              </a:extLst>
            </p:cNvPr>
            <p:cNvSpPr/>
            <p:nvPr/>
          </p:nvSpPr>
          <p:spPr>
            <a:xfrm>
              <a:off x="19053919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7">
              <a:extLst>
                <a:ext uri="{FF2B5EF4-FFF2-40B4-BE49-F238E27FC236}">
                  <a16:creationId xmlns:a16="http://schemas.microsoft.com/office/drawing/2014/main" id="{680319A8-C88C-E845-B967-74CD5DD4CA96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138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248CA032-B7CF-AC47-80C3-3DC0FECADE87}"/>
              </a:ext>
            </a:extLst>
          </p:cNvPr>
          <p:cNvSpPr/>
          <p:nvPr userDrawn="1"/>
        </p:nvSpPr>
        <p:spPr>
          <a:xfrm>
            <a:off x="727227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70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70" h="511175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70" h="511175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70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AB72D184-1BCC-8E4D-AB97-E7C9B55D20C7}"/>
              </a:ext>
            </a:extLst>
          </p:cNvPr>
          <p:cNvSpPr/>
          <p:nvPr userDrawn="1"/>
        </p:nvSpPr>
        <p:spPr>
          <a:xfrm>
            <a:off x="2412348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60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4">
            <a:extLst>
              <a:ext uri="{FF2B5EF4-FFF2-40B4-BE49-F238E27FC236}">
                <a16:creationId xmlns:a16="http://schemas.microsoft.com/office/drawing/2014/main" id="{A2800012-DA06-CF45-A47A-D4B30EA37B75}"/>
              </a:ext>
            </a:extLst>
          </p:cNvPr>
          <p:cNvGrpSpPr/>
          <p:nvPr userDrawn="1"/>
        </p:nvGrpSpPr>
        <p:grpSpPr>
          <a:xfrm>
            <a:off x="2842727" y="10117702"/>
            <a:ext cx="427355" cy="597535"/>
            <a:chOff x="2842727" y="10117702"/>
            <a:chExt cx="427355" cy="597535"/>
          </a:xfrm>
        </p:grpSpPr>
        <p:sp>
          <p:nvSpPr>
            <p:cNvPr id="14" name="object 5">
              <a:extLst>
                <a:ext uri="{FF2B5EF4-FFF2-40B4-BE49-F238E27FC236}">
                  <a16:creationId xmlns:a16="http://schemas.microsoft.com/office/drawing/2014/main" id="{039AC548-D805-B546-AF98-3B421C054969}"/>
                </a:ext>
              </a:extLst>
            </p:cNvPr>
            <p:cNvSpPr/>
            <p:nvPr/>
          </p:nvSpPr>
          <p:spPr>
            <a:xfrm>
              <a:off x="2842727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6">
              <a:extLst>
                <a:ext uri="{FF2B5EF4-FFF2-40B4-BE49-F238E27FC236}">
                  <a16:creationId xmlns:a16="http://schemas.microsoft.com/office/drawing/2014/main" id="{DAA5A1C9-3FFD-F741-93B2-F1CDA55129CC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</p:spPr>
        </p:pic>
      </p:grpSp>
      <p:sp>
        <p:nvSpPr>
          <p:cNvPr id="16" name="object 7">
            <a:extLst>
              <a:ext uri="{FF2B5EF4-FFF2-40B4-BE49-F238E27FC236}">
                <a16:creationId xmlns:a16="http://schemas.microsoft.com/office/drawing/2014/main" id="{2AF2BE2F-4D9A-CF4D-AF78-BAD6CC1B2837}"/>
              </a:ext>
            </a:extLst>
          </p:cNvPr>
          <p:cNvSpPr/>
          <p:nvPr userDrawn="1"/>
        </p:nvSpPr>
        <p:spPr>
          <a:xfrm>
            <a:off x="17840597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E6AC5AA0-C4FD-A742-898F-2F81DD6B4D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738664"/>
          </a:xfrm>
        </p:spPr>
        <p:txBody>
          <a:bodyPr/>
          <a:lstStyle>
            <a:lvl1pPr algn="r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Editar los estilos de texto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293DC4AC-3CD1-B728-F1D4-9297A3D9EA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5BA927C-DF3C-76F9-F858-D08E957A4C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0"/>
            <a:ext cx="20109342" cy="11305614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B6946770-F426-2FD2-6657-14F29D5A8E25}"/>
              </a:ext>
            </a:extLst>
          </p:cNvPr>
          <p:cNvSpPr/>
          <p:nvPr userDrawn="1"/>
        </p:nvSpPr>
        <p:spPr>
          <a:xfrm>
            <a:off x="755650" y="62642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38E6F079-F9D6-8270-ADE8-DE597BD2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428" y="65914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CC49A5DC-7F63-7053-BF30-9BEB915A8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97E369C9-9696-52E0-3D5A-4A3A83A9C2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EDE5CBD5-32E9-715D-214E-87F7F64407EA}"/>
              </a:ext>
            </a:extLst>
          </p:cNvPr>
          <p:cNvSpPr/>
          <p:nvPr userDrawn="1"/>
        </p:nvSpPr>
        <p:spPr>
          <a:xfrm>
            <a:off x="7004050" y="73310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FA2B3E84-593C-1926-74EE-AA7B31F6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828" y="76582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54578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21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70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14421" y="714594"/>
            <a:ext cx="5259705" cy="915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9" r:id="rId4"/>
    <p:sldLayoutId id="2147483664" r:id="rId5"/>
    <p:sldLayoutId id="2147483670" r:id="rId6"/>
    <p:sldLayoutId id="2147483677" r:id="rId7"/>
    <p:sldLayoutId id="2147483666" r:id="rId8"/>
    <p:sldLayoutId id="2147483665" r:id="rId9"/>
    <p:sldLayoutId id="2147483663" r:id="rId10"/>
    <p:sldLayoutId id="2147483673" r:id="rId11"/>
    <p:sldLayoutId id="2147483671" r:id="rId12"/>
    <p:sldLayoutId id="2147483678" r:id="rId1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0841C-0ACF-DE6F-43AC-3E3396A2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7850" y="7635875"/>
            <a:ext cx="10287000" cy="830997"/>
          </a:xfrm>
        </p:spPr>
        <p:txBody>
          <a:bodyPr/>
          <a:lstStyle/>
          <a:p>
            <a:r>
              <a:rPr lang="es-CL" sz="5400" dirty="0"/>
              <a:t>CAPSTONE</a:t>
            </a:r>
            <a:endParaRPr lang="es-CL" sz="44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2C26B1B-7F2A-4051-BA41-6055C6D01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7050" y="9492477"/>
            <a:ext cx="98234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tapa, cubierta, remate o parte superior.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L" altLang="es-CL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STONE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piedra.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s-CL" altLang="es-CL" sz="2400" dirty="0">
                <a:solidFill>
                  <a:schemeClr val="tx1"/>
                </a:solidFill>
                <a:latin typeface="Arial" panose="020B0604020202020204" pitchFamily="34" charset="0"/>
              </a:rPr>
              <a:t>Piedra de Coronación.</a:t>
            </a: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293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5E6C2FE-90C1-48B5-9666-6F1699598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20041919" cy="1083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487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D8ABBFE-88AF-4934-905D-C317FDC3FC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32" y="290830"/>
            <a:ext cx="18689635" cy="1098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912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30A9646-D91D-4F71-8624-C747D1357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050" y="2378075"/>
            <a:ext cx="1796288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701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D56E828-7EF7-4C26-B87B-F51DAE5A21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144"/>
          <a:stretch/>
        </p:blipFill>
        <p:spPr>
          <a:xfrm>
            <a:off x="2432050" y="2454275"/>
            <a:ext cx="13742238" cy="436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822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F5D8C97-4DB9-4041-9EB9-4FD77A27F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850" y="2530475"/>
            <a:ext cx="13507103" cy="707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05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08E2CBE-A0B7-468A-B0B3-6C84DA8ED2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931830"/>
              </p:ext>
            </p:extLst>
          </p:nvPr>
        </p:nvGraphicFramePr>
        <p:xfrm>
          <a:off x="488950" y="473075"/>
          <a:ext cx="19126200" cy="10363201"/>
        </p:xfrm>
        <a:graphic>
          <a:graphicData uri="http://schemas.openxmlformats.org/drawingml/2006/table">
            <a:tbl>
              <a:tblPr firstRow="1" firstCol="1" bandRow="1"/>
              <a:tblGrid>
                <a:gridCol w="7620000">
                  <a:extLst>
                    <a:ext uri="{9D8B030D-6E8A-4147-A177-3AD203B41FA5}">
                      <a16:colId xmlns:a16="http://schemas.microsoft.com/office/drawing/2014/main" val="2943073837"/>
                    </a:ext>
                  </a:extLst>
                </a:gridCol>
                <a:gridCol w="11506200">
                  <a:extLst>
                    <a:ext uri="{9D8B030D-6E8A-4147-A177-3AD203B41FA5}">
                      <a16:colId xmlns:a16="http://schemas.microsoft.com/office/drawing/2014/main" val="1971182672"/>
                    </a:ext>
                  </a:extLst>
                </a:gridCol>
              </a:tblGrid>
              <a:tr h="486357"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ES" sz="2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Competencia del Perfil de Egreso</a:t>
                      </a:r>
                      <a:endParaRPr lang="es-CL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200"/>
                        </a:spcBef>
                        <a:spcAft>
                          <a:spcPts val="0"/>
                        </a:spcAft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ES" sz="2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Indicadores de Calidad</a:t>
                      </a:r>
                      <a:endParaRPr lang="es-CL" sz="2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4064640"/>
                  </a:ext>
                </a:extLst>
              </a:tr>
              <a:tr h="897895">
                <a:tc rowSpan="3"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s-ES" sz="2000" b="1" dirty="0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Realizar pruebas de certificación tanto de los productos como de los procesos utilizando buenas prácticas definidas por la industria.</a:t>
                      </a:r>
                      <a:endParaRPr lang="es-CL" sz="20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0"/>
                        </a:spcAft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ES" sz="2000" dirty="0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1.1   Diseña pruebas de validación tanto de los productos como de los procesos utilizando buenas prácticas definidas por la industria.</a:t>
                      </a:r>
                      <a:endParaRPr lang="es-CL" sz="20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727530"/>
                  </a:ext>
                </a:extLst>
              </a:tr>
              <a:tr h="89789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1.2 Aplica Pruebas de validación tanto de los productos como de los procesos utilizando buenas prácticas definidas por la industria.</a:t>
                      </a:r>
                      <a:endParaRPr lang="es-CL" sz="200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327646"/>
                  </a:ext>
                </a:extLst>
              </a:tr>
              <a:tr h="598597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1.3 Desarrolla mejoras al producto en base al resultado de las mismas. </a:t>
                      </a:r>
                      <a:endParaRPr lang="es-CL" sz="200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335084"/>
                  </a:ext>
                </a:extLst>
              </a:tr>
              <a:tr h="897895">
                <a:tc rowSpan="2"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0"/>
                        </a:spcAft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ES" sz="2000" b="1" dirty="0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Gestionar proyectos informáticos, ofreciendo alternativas para la toma de decisiones de acuerdo a los requerimientos de la organización.</a:t>
                      </a:r>
                      <a:endParaRPr lang="es-CL" sz="20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s-ES" sz="2000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2.1 Planifica proyectos informáticos, ofreciendo alternativas para la toma de decisiones de acuerdo a los requerimientos de la organización.</a:t>
                      </a:r>
                      <a:endParaRPr lang="es-CL" sz="200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16647"/>
                  </a:ext>
                </a:extLst>
              </a:tr>
              <a:tr h="89789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s-ES" sz="2000" dirty="0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2.2 Controla proyectos informáticos, ofreciendo alternativas para la toma de decisiones de acuerdo a los requerimientos de la organización.</a:t>
                      </a:r>
                      <a:endParaRPr lang="es-CL" sz="20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494842"/>
                  </a:ext>
                </a:extLst>
              </a:tr>
              <a:tr h="897895">
                <a:tc rowSpan="2"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0"/>
                        </a:spcAft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ES" sz="2000" b="1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Construir modelos de datos para soportar los requerimientos de la organización de acuerdo a un diseño definido y escalable en el tiempo.</a:t>
                      </a:r>
                      <a:endParaRPr lang="es-CL" sz="200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s-ES" sz="2000" dirty="0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 Diseña modelos de datos para soportar los requerimientos de la organización de acuerdo a un diseño definido y escalable en el tiempo.</a:t>
                      </a:r>
                      <a:endParaRPr lang="es-CL" sz="20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401201"/>
                  </a:ext>
                </a:extLst>
              </a:tr>
              <a:tr h="897895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s-ES" sz="2000" dirty="0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3.2 Implementa modelos de datos para soportar los requerimientos de la organización de acuerdo a un diseño definido y escalable en el tiempo.</a:t>
                      </a:r>
                      <a:endParaRPr lang="es-CL" sz="20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176821"/>
                  </a:ext>
                </a:extLst>
              </a:tr>
              <a:tr h="1197193">
                <a:tc rowSpan="3"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0"/>
                        </a:spcAft>
                        <a:tabLst>
                          <a:tab pos="2806065" algn="ctr"/>
                          <a:tab pos="5612130" algn="r"/>
                          <a:tab pos="449580" algn="l"/>
                        </a:tabLst>
                      </a:pPr>
                      <a:r>
                        <a:rPr lang="es-ES" sz="2000" b="1" dirty="0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Desarrollar una solución de software utilizando técnicas que permitan sistematizar el proceso de desarrollo y mantenimiento, asegurando el logro de los objetivos.</a:t>
                      </a:r>
                      <a:endParaRPr lang="es-CL" sz="20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s-ES" sz="2000" dirty="0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4.1 Construye una solución de software utilizando técnicas que permitan sistematizar el proceso de desarrollo y mantenimiento, asegurando el logro de los objetivos.</a:t>
                      </a:r>
                      <a:endParaRPr lang="es-CL" sz="20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942732"/>
                  </a:ext>
                </a:extLst>
              </a:tr>
              <a:tr h="1496491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s-ES" sz="2000" dirty="0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4.2 Integra los distintos componentes de una solución de software utilizando técnicas que permitan sistematizar el proceso de desarrollo y mantenimiento, asegurando el logro de los objetivos.</a:t>
                      </a:r>
                      <a:endParaRPr lang="es-CL" sz="20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904861"/>
                  </a:ext>
                </a:extLst>
              </a:tr>
              <a:tr h="1197193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s-ES" sz="2000" dirty="0">
                          <a:solidFill>
                            <a:srgbClr val="595959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4.3 Implanta una solución de software utilizando técnicas que permitan sistematizar el proceso de desarrollo y mantenimiento, asegurando el logro de los objetivos.</a:t>
                      </a:r>
                      <a:endParaRPr lang="es-CL" sz="2000" dirty="0">
                        <a:solidFill>
                          <a:srgbClr val="595959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7247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7263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A2B44D20-9196-4155-89C7-989214872503}"/>
              </a:ext>
            </a:extLst>
          </p:cNvPr>
          <p:cNvSpPr/>
          <p:nvPr/>
        </p:nvSpPr>
        <p:spPr>
          <a:xfrm>
            <a:off x="908050" y="244475"/>
            <a:ext cx="17526000" cy="994118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s-CL" sz="40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Tu informe de la Fase 1 debe contener: </a:t>
            </a:r>
            <a:endParaRPr lang="es-CL" sz="40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s-ES" sz="4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Descripción breve del proyecto APT, justificando su relevancia. </a:t>
            </a:r>
          </a:p>
          <a:p>
            <a:r>
              <a:rPr lang="es-ES" sz="4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Relación del proyecto APT con las competencias del perfil de egreso. </a:t>
            </a:r>
          </a:p>
          <a:p>
            <a:r>
              <a:rPr lang="es-ES" sz="4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Relación del proyecto APT con tus intereses profesionales. </a:t>
            </a:r>
          </a:p>
          <a:p>
            <a:r>
              <a:rPr lang="es-ES" sz="4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Argumento sobre la factibilidad del proyecto dentro de la asignatura. </a:t>
            </a:r>
          </a:p>
          <a:p>
            <a:r>
              <a:rPr lang="es-ES" sz="4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Objetivos claros y coherentes con la disciplina y situación a abordar. </a:t>
            </a:r>
          </a:p>
          <a:p>
            <a:r>
              <a:rPr lang="es-ES" sz="4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Propuesta de metodología de trabajo que permita alcanzar metodología y sea pertinente con los requerimientos disciplinares. </a:t>
            </a:r>
          </a:p>
          <a:p>
            <a:r>
              <a:rPr lang="es-CL" sz="4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Plan de trabajo (</a:t>
            </a:r>
            <a:r>
              <a:rPr lang="es-CL" sz="40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cronograma con detalle de los responsables y su aporte</a:t>
            </a:r>
            <a:r>
              <a:rPr lang="es-CL" sz="4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).</a:t>
            </a:r>
          </a:p>
          <a:p>
            <a:r>
              <a:rPr lang="es-ES" sz="4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Determinación de evidencias y su justificación. </a:t>
            </a:r>
          </a:p>
          <a:p>
            <a:r>
              <a:rPr lang="es-ES" sz="4000" b="1" dirty="0">
                <a:solidFill>
                  <a:srgbClr val="000000"/>
                </a:solidFill>
                <a:latin typeface="Calibri" panose="020F0502020204030204" pitchFamily="34" charset="0"/>
              </a:rPr>
              <a:t>Metodología de trabajo (</a:t>
            </a:r>
            <a:r>
              <a:rPr lang="es-ES" sz="40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Srucm</a:t>
            </a:r>
            <a:r>
              <a:rPr lang="es-ES" sz="4000" b="1" dirty="0">
                <a:solidFill>
                  <a:srgbClr val="000000"/>
                </a:solidFill>
                <a:latin typeface="Calibri" panose="020F0502020204030204" pitchFamily="34" charset="0"/>
              </a:rPr>
              <a:t>, </a:t>
            </a:r>
            <a:r>
              <a:rPr lang="es-ES" sz="4000" b="1" dirty="0" err="1">
                <a:solidFill>
                  <a:srgbClr val="000000"/>
                </a:solidFill>
                <a:latin typeface="Calibri" panose="020F0502020204030204" pitchFamily="34" charset="0"/>
              </a:rPr>
              <a:t>Agil</a:t>
            </a:r>
            <a:r>
              <a:rPr lang="es-ES" sz="4000" b="1" dirty="0">
                <a:solidFill>
                  <a:srgbClr val="000000"/>
                </a:solidFill>
                <a:latin typeface="Calibri" panose="020F0502020204030204" pitchFamily="34" charset="0"/>
              </a:rPr>
              <a:t>, Tradicional).</a:t>
            </a:r>
          </a:p>
          <a:p>
            <a:r>
              <a:rPr lang="es-ES" sz="40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Herramientas de Trabajo y uso (leguajes, repositorios, Jira, etc.).</a:t>
            </a:r>
          </a:p>
          <a:p>
            <a:r>
              <a:rPr lang="es-ES" sz="4000" b="1" dirty="0">
                <a:solidFill>
                  <a:srgbClr val="000000"/>
                </a:solidFill>
                <a:latin typeface="Calibri" panose="020F0502020204030204" pitchFamily="34" charset="0"/>
              </a:rPr>
              <a:t>Matriz RACI</a:t>
            </a:r>
          </a:p>
          <a:p>
            <a:r>
              <a:rPr lang="es-ES" sz="4000" b="1" dirty="0">
                <a:solidFill>
                  <a:srgbClr val="000000"/>
                </a:solidFill>
                <a:latin typeface="Calibri" panose="020F0502020204030204" pitchFamily="34" charset="0"/>
              </a:rPr>
              <a:t>Esquema preliminar de las bases de datos</a:t>
            </a:r>
          </a:p>
          <a:p>
            <a:r>
              <a:rPr lang="es-ES" sz="4000" b="1" dirty="0">
                <a:solidFill>
                  <a:srgbClr val="000000"/>
                </a:solidFill>
                <a:latin typeface="Calibri" panose="020F0502020204030204" pitchFamily="34" charset="0"/>
              </a:rPr>
              <a:t>Requisitos Funcionales y No Funcionales Preliminares</a:t>
            </a:r>
          </a:p>
          <a:p>
            <a:r>
              <a:rPr lang="es-ES" sz="4000" b="1" dirty="0">
                <a:solidFill>
                  <a:srgbClr val="000000"/>
                </a:solidFill>
                <a:latin typeface="Calibri" panose="020F0502020204030204" pitchFamily="34" charset="0"/>
              </a:rPr>
              <a:t>Mockups tentativos</a:t>
            </a:r>
            <a:r>
              <a:rPr lang="es-CL" sz="40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421900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F10542E-41EE-44C8-89DC-181CB0EEB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561" y="777875"/>
            <a:ext cx="13816977" cy="82296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FC2E8C7-1028-406F-94E6-68C90D046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561" y="9236075"/>
            <a:ext cx="11639104" cy="18288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05E5BA1E-EDDE-4A97-8D8F-54C9126F6FF8}"/>
              </a:ext>
            </a:extLst>
          </p:cNvPr>
          <p:cNvSpPr/>
          <p:nvPr/>
        </p:nvSpPr>
        <p:spPr>
          <a:xfrm>
            <a:off x="2660650" y="473075"/>
            <a:ext cx="14782800" cy="1600200"/>
          </a:xfrm>
          <a:prstGeom prst="rect">
            <a:avLst/>
          </a:prstGeom>
          <a:noFill/>
          <a:ln w="762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6429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7438DD3-469E-42BD-9F86-8427A9808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850" y="3140075"/>
            <a:ext cx="13660795" cy="738228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A93BC0F-4B8E-45FF-944D-D9760B6BF1C6}"/>
              </a:ext>
            </a:extLst>
          </p:cNvPr>
          <p:cNvSpPr txBox="1"/>
          <p:nvPr/>
        </p:nvSpPr>
        <p:spPr>
          <a:xfrm>
            <a:off x="2432050" y="854075"/>
            <a:ext cx="13203595" cy="15696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L" sz="3200" b="1" dirty="0"/>
              <a:t>Para la presentación final existe un formato de presentación con un tiempo acotado de 15 minutos y un .</a:t>
            </a:r>
            <a:r>
              <a:rPr lang="es-CL" sz="3200" b="1" dirty="0" err="1"/>
              <a:t>doc</a:t>
            </a:r>
            <a:r>
              <a:rPr lang="es-CL" sz="3200" b="1" dirty="0"/>
              <a:t> que deben entregar cómo grupo.</a:t>
            </a:r>
          </a:p>
        </p:txBody>
      </p:sp>
    </p:spTree>
    <p:extLst>
      <p:ext uri="{BB962C8B-B14F-4D97-AF65-F5344CB8AC3E}">
        <p14:creationId xmlns:p14="http://schemas.microsoft.com/office/powerpoint/2010/main" val="2806680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3A39DF4-19DC-442A-BD4A-677E943B0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352" y="1997075"/>
            <a:ext cx="19966591" cy="337137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6173330-0311-4C0D-9C7E-2A18A3788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50" y="6564579"/>
            <a:ext cx="19975990" cy="55377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FF87216-E3B2-4637-AFA9-AB274C22B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50" y="8351036"/>
            <a:ext cx="19975990" cy="2043914"/>
          </a:xfrm>
          <a:prstGeom prst="rect">
            <a:avLst/>
          </a:prstGeom>
        </p:spPr>
      </p:pic>
      <p:sp>
        <p:nvSpPr>
          <p:cNvPr id="7" name="Marcador de texto 1">
            <a:extLst>
              <a:ext uri="{FF2B5EF4-FFF2-40B4-BE49-F238E27FC236}">
                <a16:creationId xmlns:a16="http://schemas.microsoft.com/office/drawing/2014/main" id="{105AF9F2-05A1-4B2E-9034-9CFA88738DD6}"/>
              </a:ext>
            </a:extLst>
          </p:cNvPr>
          <p:cNvSpPr txBox="1">
            <a:spLocks/>
          </p:cNvSpPr>
          <p:nvPr/>
        </p:nvSpPr>
        <p:spPr>
          <a:xfrm>
            <a:off x="727227" y="755454"/>
            <a:ext cx="16792423" cy="738664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4000" b="1" dirty="0"/>
              <a:t>Evaluaciones</a:t>
            </a:r>
          </a:p>
        </p:txBody>
      </p:sp>
    </p:spTree>
    <p:extLst>
      <p:ext uri="{BB962C8B-B14F-4D97-AF65-F5344CB8AC3E}">
        <p14:creationId xmlns:p14="http://schemas.microsoft.com/office/powerpoint/2010/main" val="4116945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43F93FD-D311-4C3C-9655-C09EF6ED2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450" y="3673475"/>
            <a:ext cx="14580005" cy="583438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2C4432E-B59D-4969-9F57-9887EC5A03F7}"/>
              </a:ext>
            </a:extLst>
          </p:cNvPr>
          <p:cNvSpPr txBox="1"/>
          <p:nvPr/>
        </p:nvSpPr>
        <p:spPr>
          <a:xfrm>
            <a:off x="9747250" y="854075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 err="1"/>
              <a:t>Github</a:t>
            </a:r>
            <a:r>
              <a:rPr lang="es-CL" sz="3200" dirty="0"/>
              <a:t> </a:t>
            </a:r>
            <a:r>
              <a:rPr lang="es-CL" sz="3600" b="1" dirty="0">
                <a:solidFill>
                  <a:srgbClr val="FF0000"/>
                </a:solidFill>
              </a:rPr>
              <a:t>por grupo</a:t>
            </a:r>
            <a:r>
              <a:rPr lang="es-CL" sz="2000" b="1" dirty="0">
                <a:solidFill>
                  <a:srgbClr val="FF0000"/>
                </a:solidFill>
              </a:rPr>
              <a:t>.</a:t>
            </a:r>
            <a:endParaRPr lang="es-CL" b="1" dirty="0">
              <a:solidFill>
                <a:srgbClr val="FF0000"/>
              </a:solidFill>
            </a:endParaRP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5B226275-622A-49D3-87BE-7894466D4AB6}"/>
              </a:ext>
            </a:extLst>
          </p:cNvPr>
          <p:cNvCxnSpPr/>
          <p:nvPr/>
        </p:nvCxnSpPr>
        <p:spPr>
          <a:xfrm>
            <a:off x="11271250" y="1438850"/>
            <a:ext cx="1905000" cy="2234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444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b86751-ad4c-49ff-a33d-b7314027950b">
      <Terms xmlns="http://schemas.microsoft.com/office/infopath/2007/PartnerControls"/>
    </lcf76f155ced4ddcb4097134ff3c332f>
    <TaxCatchAll xmlns="4215e297-5d6e-42b1-b795-55976a17412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E9A3AE23414AD41A4F4D6368514CED2" ma:contentTypeVersion="13" ma:contentTypeDescription="Crear nuevo documento." ma:contentTypeScope="" ma:versionID="e5b9210409080ab1878d310b63a91de2">
  <xsd:schema xmlns:xsd="http://www.w3.org/2001/XMLSchema" xmlns:xs="http://www.w3.org/2001/XMLSchema" xmlns:p="http://schemas.microsoft.com/office/2006/metadata/properties" xmlns:ns2="dbb86751-ad4c-49ff-a33d-b7314027950b" xmlns:ns3="4215e297-5d6e-42b1-b795-55976a17412c" targetNamespace="http://schemas.microsoft.com/office/2006/metadata/properties" ma:root="true" ma:fieldsID="13f1ec48c0d2d83b68390b1e0be9568b" ns2:_="" ns3:_="">
    <xsd:import namespace="dbb86751-ad4c-49ff-a33d-b7314027950b"/>
    <xsd:import namespace="4215e297-5d6e-42b1-b795-55976a1741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b86751-ad4c-49ff-a33d-b731402795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15e297-5d6e-42b1-b795-55976a17412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8d5977e-d2ec-4115-827c-1393f5edec4a}" ma:internalName="TaxCatchAll" ma:showField="CatchAllData" ma:web="4215e297-5d6e-42b1-b795-55976a1741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821600-D61B-433B-B6F8-A294D9BC75DD}">
  <ds:schemaRefs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http://schemas.microsoft.com/office/infopath/2007/PartnerControls"/>
    <ds:schemaRef ds:uri="4215e297-5d6e-42b1-b795-55976a17412c"/>
    <ds:schemaRef ds:uri="dbb86751-ad4c-49ff-a33d-b7314027950b"/>
  </ds:schemaRefs>
</ds:datastoreItem>
</file>

<file path=customXml/itemProps2.xml><?xml version="1.0" encoding="utf-8"?>
<ds:datastoreItem xmlns:ds="http://schemas.openxmlformats.org/officeDocument/2006/customXml" ds:itemID="{BBBF0A18-574F-4CFD-981D-5882D69445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b86751-ad4c-49ff-a33d-b7314027950b"/>
    <ds:schemaRef ds:uri="4215e297-5d6e-42b1-b795-55976a1741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4C43652-73DC-4C77-8E79-F06010C18C3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5909</TotalTime>
  <Words>513</Words>
  <Application>Microsoft Office PowerPoint</Application>
  <PresentationFormat>Personalizado</PresentationFormat>
  <Paragraphs>38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CAPSTONE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</dc:title>
  <dc:creator>Daniela Taito R.</dc:creator>
  <cp:lastModifiedBy>ANIBAL EDMUNDO FAUNDEZ DEL RIO</cp:lastModifiedBy>
  <cp:revision>231</cp:revision>
  <dcterms:created xsi:type="dcterms:W3CDTF">2022-07-20T19:15:37Z</dcterms:created>
  <dcterms:modified xsi:type="dcterms:W3CDTF">2026-08-10T16:08:48Z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2022-07-20T00:00:00Z</vt:filetime>
  </property>
  <property fmtid="{D5CDD505-2E9C-101B-9397-08002B2CF9AE}" pid="3" name="Creator">
    <vt:lpwstr>Adobe Illustrator 26.3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2022-07-20T00:00:00Z</vt:filetime>
  </property>
  <property fmtid="{D5CDD505-2E9C-101B-9397-08002B2CF9AE}" pid="6" name="Producer">
    <vt:lpwstr>Adobe PDF library 15.00</vt:lpwstr>
  </property>
  <property fmtid="{D5CDD505-2E9C-101B-9397-08002B2CF9AE}" pid="7" name="ContentTypeId">
    <vt:lpwstr>0x0101004E9A3AE23414AD41A4F4D6368514CED2</vt:lpwstr>
  </property>
</Properties>
</file>